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2" r:id="rId4"/>
    <p:sldId id="264" r:id="rId5"/>
    <p:sldId id="270" r:id="rId6"/>
    <p:sldId id="263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A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1" autoAdjust="0"/>
    <p:restoredTop sz="94660"/>
  </p:normalViewPr>
  <p:slideViewPr>
    <p:cSldViewPr snapToGrid="0">
      <p:cViewPr varScale="1">
        <p:scale>
          <a:sx n="98" d="100"/>
          <a:sy n="98" d="100"/>
        </p:scale>
        <p:origin x="12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CDB0E-48CD-44DB-956B-A563BCBCE8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0055F-A860-4AD5-B740-1C8CE65AE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081C7-3265-4068-997A-C3A6C62B3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A54B-EE63-4C0A-9F2B-E819489FA2EC}" type="datetimeFigureOut">
              <a:rPr lang="en-AI" smtClean="0"/>
              <a:t>11/16/2025</a:t>
            </a:fld>
            <a:endParaRPr lang="en-A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96B37-FFE7-4DC2-B990-7E0842722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FFB47-D689-4337-8D82-C0E1521A1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604E-5850-41B6-9A93-FA444307F87E}" type="slidenum">
              <a:rPr lang="en-AI" smtClean="0"/>
              <a:t>‹#›</a:t>
            </a:fld>
            <a:endParaRPr lang="en-AI"/>
          </a:p>
        </p:txBody>
      </p:sp>
    </p:spTree>
    <p:extLst>
      <p:ext uri="{BB962C8B-B14F-4D97-AF65-F5344CB8AC3E}">
        <p14:creationId xmlns:p14="http://schemas.microsoft.com/office/powerpoint/2010/main" val="213547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FC20A-EC84-4A22-A99C-470E571D4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35160-08B9-462E-A932-C6CC129AA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10A6F-11DC-449A-92F7-8FC560A13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A54B-EE63-4C0A-9F2B-E819489FA2EC}" type="datetimeFigureOut">
              <a:rPr lang="en-AI" smtClean="0"/>
              <a:t>11/16/2025</a:t>
            </a:fld>
            <a:endParaRPr lang="en-A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5AE99-C734-4412-A3FC-D4C5E2573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3A5B1-F0E7-4ED3-BFD8-62FFA179B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604E-5850-41B6-9A93-FA444307F87E}" type="slidenum">
              <a:rPr lang="en-AI" smtClean="0"/>
              <a:t>‹#›</a:t>
            </a:fld>
            <a:endParaRPr lang="en-AI"/>
          </a:p>
        </p:txBody>
      </p:sp>
    </p:spTree>
    <p:extLst>
      <p:ext uri="{BB962C8B-B14F-4D97-AF65-F5344CB8AC3E}">
        <p14:creationId xmlns:p14="http://schemas.microsoft.com/office/powerpoint/2010/main" val="2428971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E8473-58C7-4AA9-A6BB-81552E3F2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AD540-DEE9-4779-B4A6-841507817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8D52C-E5E6-4B9F-BB1F-7F59F393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A54B-EE63-4C0A-9F2B-E819489FA2EC}" type="datetimeFigureOut">
              <a:rPr lang="en-AI" smtClean="0"/>
              <a:t>11/16/2025</a:t>
            </a:fld>
            <a:endParaRPr lang="en-A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12AEA-41F8-44FE-8FE2-1FED2BF0C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211C0-294A-4CF9-8090-D8B24761D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604E-5850-41B6-9A93-FA444307F87E}" type="slidenum">
              <a:rPr lang="en-AI" smtClean="0"/>
              <a:t>‹#›</a:t>
            </a:fld>
            <a:endParaRPr lang="en-AI"/>
          </a:p>
        </p:txBody>
      </p:sp>
    </p:spTree>
    <p:extLst>
      <p:ext uri="{BB962C8B-B14F-4D97-AF65-F5344CB8AC3E}">
        <p14:creationId xmlns:p14="http://schemas.microsoft.com/office/powerpoint/2010/main" val="3814761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10A17-6CB0-4D37-A849-9CD29C31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668CF-8D1E-4BF8-8036-121B891B9D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93F015-4A44-41C2-B537-B0C781178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C8DB9F-E531-4693-A7B4-5053F72A1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A54B-EE63-4C0A-9F2B-E819489FA2EC}" type="datetimeFigureOut">
              <a:rPr lang="en-AI" smtClean="0"/>
              <a:t>11/16/2025</a:t>
            </a:fld>
            <a:endParaRPr lang="en-A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45D4EB-FA20-4B37-A98F-398A104E3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8E40DA-C68D-4D99-AD13-77E1BEEA0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604E-5850-41B6-9A93-FA444307F87E}" type="slidenum">
              <a:rPr lang="en-AI" smtClean="0"/>
              <a:t>‹#›</a:t>
            </a:fld>
            <a:endParaRPr lang="en-AI"/>
          </a:p>
        </p:txBody>
      </p:sp>
    </p:spTree>
    <p:extLst>
      <p:ext uri="{BB962C8B-B14F-4D97-AF65-F5344CB8AC3E}">
        <p14:creationId xmlns:p14="http://schemas.microsoft.com/office/powerpoint/2010/main" val="2513795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FD121-56A3-4CB4-BC16-47198771E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82F61-5086-421E-AE46-F853F9540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5F975-57EA-4604-9589-4A31EB039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251D76-0403-4BEB-AA7D-F9AD648A5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A348F2-6E71-4386-A29A-8CB013A296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C548CE-D44E-46F5-83F3-B74B6C124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A54B-EE63-4C0A-9F2B-E819489FA2EC}" type="datetimeFigureOut">
              <a:rPr lang="en-AI" smtClean="0"/>
              <a:t>11/16/2025</a:t>
            </a:fld>
            <a:endParaRPr lang="en-A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43CC03-FD2E-4337-A2F1-97DD551B7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63B6E7-7F17-451A-9E93-E92508DC8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604E-5850-41B6-9A93-FA444307F87E}" type="slidenum">
              <a:rPr lang="en-AI" smtClean="0"/>
              <a:t>‹#›</a:t>
            </a:fld>
            <a:endParaRPr lang="en-AI"/>
          </a:p>
        </p:txBody>
      </p:sp>
    </p:spTree>
    <p:extLst>
      <p:ext uri="{BB962C8B-B14F-4D97-AF65-F5344CB8AC3E}">
        <p14:creationId xmlns:p14="http://schemas.microsoft.com/office/powerpoint/2010/main" val="604228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0A32B-3E6D-47E3-A9DA-9478D0B59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E5FD3-A9BC-42E0-9E33-5F50A5766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A54B-EE63-4C0A-9F2B-E819489FA2EC}" type="datetimeFigureOut">
              <a:rPr lang="en-AI" smtClean="0"/>
              <a:t>11/16/2025</a:t>
            </a:fld>
            <a:endParaRPr lang="en-A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41679-39A8-4403-BBC3-7369B378F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BE8D9-7D28-4F0B-84F7-9AA043A92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604E-5850-41B6-9A93-FA444307F87E}" type="slidenum">
              <a:rPr lang="en-AI" smtClean="0"/>
              <a:t>‹#›</a:t>
            </a:fld>
            <a:endParaRPr lang="en-AI"/>
          </a:p>
        </p:txBody>
      </p:sp>
    </p:spTree>
    <p:extLst>
      <p:ext uri="{BB962C8B-B14F-4D97-AF65-F5344CB8AC3E}">
        <p14:creationId xmlns:p14="http://schemas.microsoft.com/office/powerpoint/2010/main" val="171513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2B2AC3-4B37-41CF-8EA7-CA1AA8F08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A54B-EE63-4C0A-9F2B-E819489FA2EC}" type="datetimeFigureOut">
              <a:rPr lang="en-AI" smtClean="0"/>
              <a:t>11/16/2025</a:t>
            </a:fld>
            <a:endParaRPr lang="en-A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C9866-17D7-4533-87FA-74F5286AA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4FEF5-E623-4A6D-84D3-4E46DACA4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604E-5850-41B6-9A93-FA444307F87E}" type="slidenum">
              <a:rPr lang="en-AI" smtClean="0"/>
              <a:t>‹#›</a:t>
            </a:fld>
            <a:endParaRPr lang="en-AI"/>
          </a:p>
        </p:txBody>
      </p:sp>
    </p:spTree>
    <p:extLst>
      <p:ext uri="{BB962C8B-B14F-4D97-AF65-F5344CB8AC3E}">
        <p14:creationId xmlns:p14="http://schemas.microsoft.com/office/powerpoint/2010/main" val="3306750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5D97-3C14-4C54-818D-7AB13B1D4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C3B5B-B373-4F81-924A-CC008C33F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2FE95-4340-499B-9F8C-C598CBC9C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3DBF5-B0F1-4C66-895D-CAD8C6745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A54B-EE63-4C0A-9F2B-E819489FA2EC}" type="datetimeFigureOut">
              <a:rPr lang="en-AI" smtClean="0"/>
              <a:t>11/16/2025</a:t>
            </a:fld>
            <a:endParaRPr lang="en-A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A49CE4-EFBD-4E10-A462-0A5FB18F9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1A24C-8513-4A86-A1A5-59B248BC4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604E-5850-41B6-9A93-FA444307F87E}" type="slidenum">
              <a:rPr lang="en-AI" smtClean="0"/>
              <a:t>‹#›</a:t>
            </a:fld>
            <a:endParaRPr lang="en-AI"/>
          </a:p>
        </p:txBody>
      </p:sp>
    </p:spTree>
    <p:extLst>
      <p:ext uri="{BB962C8B-B14F-4D97-AF65-F5344CB8AC3E}">
        <p14:creationId xmlns:p14="http://schemas.microsoft.com/office/powerpoint/2010/main" val="352806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343AF-5558-4BEB-A6F8-A1E71AC0C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09FDDC-6CBE-4FDE-A8D3-D2CE335F65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D893A0-BAA2-48D1-B56B-FC7EB2ADC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6BEAE-48E6-44F8-A780-20234B8CD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A54B-EE63-4C0A-9F2B-E819489FA2EC}" type="datetimeFigureOut">
              <a:rPr lang="en-AI" smtClean="0"/>
              <a:t>11/16/2025</a:t>
            </a:fld>
            <a:endParaRPr lang="en-A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D4612-10D0-4791-8029-905EB9B5F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90984-AC55-4A55-8F48-45F674C4F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604E-5850-41B6-9A93-FA444307F87E}" type="slidenum">
              <a:rPr lang="en-AI" smtClean="0"/>
              <a:t>‹#›</a:t>
            </a:fld>
            <a:endParaRPr lang="en-AI"/>
          </a:p>
        </p:txBody>
      </p:sp>
    </p:spTree>
    <p:extLst>
      <p:ext uri="{BB962C8B-B14F-4D97-AF65-F5344CB8AC3E}">
        <p14:creationId xmlns:p14="http://schemas.microsoft.com/office/powerpoint/2010/main" val="156409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F53BE-9E77-4C57-8737-55BFFE77B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363226-E501-4FCC-BEDD-EE1770A26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5E73F-B998-48E1-B9DD-06FC96FDD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A54B-EE63-4C0A-9F2B-E819489FA2EC}" type="datetimeFigureOut">
              <a:rPr lang="en-AI" smtClean="0"/>
              <a:t>11/16/2025</a:t>
            </a:fld>
            <a:endParaRPr lang="en-A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B5761-1F72-4677-97F6-3CE75CED8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582AC-AB3A-4F70-AF67-8BA8697ED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604E-5850-41B6-9A93-FA444307F87E}" type="slidenum">
              <a:rPr lang="en-AI" smtClean="0"/>
              <a:t>‹#›</a:t>
            </a:fld>
            <a:endParaRPr lang="en-AI"/>
          </a:p>
        </p:txBody>
      </p:sp>
    </p:spTree>
    <p:extLst>
      <p:ext uri="{BB962C8B-B14F-4D97-AF65-F5344CB8AC3E}">
        <p14:creationId xmlns:p14="http://schemas.microsoft.com/office/powerpoint/2010/main" val="2536595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880398-49B1-440E-B121-08F4D46CBE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D0B74-6424-408A-9FE8-6C5F86D54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CAB7C-6932-4749-8D8A-1CAF711D6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A54B-EE63-4C0A-9F2B-E819489FA2EC}" type="datetimeFigureOut">
              <a:rPr lang="en-AI" smtClean="0"/>
              <a:t>11/16/2025</a:t>
            </a:fld>
            <a:endParaRPr lang="en-A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B0835-519A-4E41-98F4-FD99FB88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2B93B-A08B-436D-8A62-B36E1D9A3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604E-5850-41B6-9A93-FA444307F87E}" type="slidenum">
              <a:rPr lang="en-AI" smtClean="0"/>
              <a:t>‹#›</a:t>
            </a:fld>
            <a:endParaRPr lang="en-AI"/>
          </a:p>
        </p:txBody>
      </p:sp>
    </p:spTree>
    <p:extLst>
      <p:ext uri="{BB962C8B-B14F-4D97-AF65-F5344CB8AC3E}">
        <p14:creationId xmlns:p14="http://schemas.microsoft.com/office/powerpoint/2010/main" val="227791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4433D6-4E27-4062-9CFB-AD0F98B19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D121B-7CD2-4389-982C-5D160CE60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E9328-3855-4322-B854-27D555306A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6A54B-EE63-4C0A-9F2B-E819489FA2EC}" type="datetimeFigureOut">
              <a:rPr lang="en-AI" smtClean="0"/>
              <a:t>11/16/2025</a:t>
            </a:fld>
            <a:endParaRPr lang="en-A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FD7DB-4678-4CA5-B6D2-63F3B9279F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C1D24-177B-4027-89F5-36E54B0A4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67604E-5850-41B6-9A93-FA444307F87E}" type="slidenum">
              <a:rPr lang="en-AI" smtClean="0"/>
              <a:t>‹#›</a:t>
            </a:fld>
            <a:endParaRPr lang="en-AI"/>
          </a:p>
        </p:txBody>
      </p:sp>
    </p:spTree>
    <p:extLst>
      <p:ext uri="{BB962C8B-B14F-4D97-AF65-F5344CB8AC3E}">
        <p14:creationId xmlns:p14="http://schemas.microsoft.com/office/powerpoint/2010/main" val="45175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4EC80-66A3-40D0-8B39-E70E9E837C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615" y="1310060"/>
            <a:ext cx="10550769" cy="2387600"/>
          </a:xfrm>
        </p:spPr>
        <p:txBody>
          <a:bodyPr anchor="ctr">
            <a:normAutofit/>
          </a:bodyPr>
          <a:lstStyle/>
          <a:p>
            <a:r>
              <a:rPr lang="en-US" sz="5400" dirty="0"/>
              <a:t>IT Development – </a:t>
            </a:r>
            <a:r>
              <a:rPr lang="en-US" sz="5400" dirty="0" err="1"/>
              <a:t>Asean</a:t>
            </a:r>
            <a:r>
              <a:rPr lang="en-US" sz="5400" dirty="0"/>
              <a:t> HUB</a:t>
            </a:r>
            <a:br>
              <a:rPr lang="en-US" sz="5400" dirty="0"/>
            </a:br>
            <a:r>
              <a:rPr lang="en-US" sz="3600" dirty="0"/>
              <a:t>Progress on 17 Nov 2025</a:t>
            </a:r>
            <a:endParaRPr lang="en-AI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466C59-91B9-4EA1-9575-1E3C9A11C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892178"/>
            <a:ext cx="9144000" cy="1655762"/>
          </a:xfrm>
        </p:spPr>
        <p:txBody>
          <a:bodyPr anchor="ctr"/>
          <a:lstStyle/>
          <a:p>
            <a:r>
              <a:rPr lang="en-US" dirty="0"/>
              <a:t>Aryajaya Alamsyah,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., MTA.</a:t>
            </a:r>
            <a:endParaRPr lang="en-AI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CBA895-A482-4A24-A758-54399DE7A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1" y="650130"/>
            <a:ext cx="1832578" cy="75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769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69353-0B9E-469E-849B-C5BC8F958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6105" y="2766218"/>
            <a:ext cx="4446954" cy="1325563"/>
          </a:xfrm>
        </p:spPr>
        <p:txBody>
          <a:bodyPr/>
          <a:lstStyle/>
          <a:p>
            <a:r>
              <a:rPr lang="en-US" dirty="0"/>
              <a:t>Point Plus </a:t>
            </a:r>
            <a:r>
              <a:rPr lang="en-US" dirty="0" err="1"/>
              <a:t>Sistem</a:t>
            </a:r>
            <a:endParaRPr lang="en-AI" dirty="0"/>
          </a:p>
        </p:txBody>
      </p:sp>
      <p:pic>
        <p:nvPicPr>
          <p:cNvPr id="8" name="Picture 2" descr="undefined">
            <a:extLst>
              <a:ext uri="{FF2B5EF4-FFF2-40B4-BE49-F238E27FC236}">
                <a16:creationId xmlns:a16="http://schemas.microsoft.com/office/drawing/2014/main" id="{EC68E967-D955-4939-849F-60581016A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41" y="277447"/>
            <a:ext cx="6303106" cy="6303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20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69353-0B9E-469E-849B-C5BC8F958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1" y="365125"/>
            <a:ext cx="11663083" cy="1325563"/>
          </a:xfrm>
        </p:spPr>
        <p:txBody>
          <a:bodyPr/>
          <a:lstStyle/>
          <a:p>
            <a:r>
              <a:rPr lang="en-US" dirty="0" err="1"/>
              <a:t>Implementasi</a:t>
            </a:r>
            <a:r>
              <a:rPr lang="en-US" dirty="0"/>
              <a:t> Point Plus </a:t>
            </a:r>
            <a:r>
              <a:rPr lang="en-US" dirty="0" err="1"/>
              <a:t>Sistem</a:t>
            </a:r>
            <a:endParaRPr lang="en-A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8AA32-6805-4B82-85E0-061C2AD60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941" y="1825625"/>
            <a:ext cx="11663083" cy="4667250"/>
          </a:xfrm>
        </p:spPr>
        <p:txBody>
          <a:bodyPr/>
          <a:lstStyle/>
          <a:p>
            <a:r>
              <a:rPr lang="en-US" dirty="0" err="1"/>
              <a:t>Desain</a:t>
            </a:r>
            <a:r>
              <a:rPr lang="en-US" dirty="0"/>
              <a:t> database </a:t>
            </a:r>
            <a:r>
              <a:rPr lang="en-US" dirty="0" err="1"/>
              <a:t>mengikuti</a:t>
            </a:r>
            <a:r>
              <a:rPr lang="en-US" dirty="0"/>
              <a:t> </a:t>
            </a:r>
            <a:r>
              <a:rPr lang="en-US" dirty="0" err="1"/>
              <a:t>kaidah</a:t>
            </a:r>
            <a:r>
              <a:rPr lang="en-US" dirty="0"/>
              <a:t> </a:t>
            </a:r>
            <a:r>
              <a:rPr lang="en-US" dirty="0" err="1"/>
              <a:t>relasional</a:t>
            </a:r>
            <a:r>
              <a:rPr lang="en-US" dirty="0"/>
              <a:t> (</a:t>
            </a:r>
            <a:r>
              <a:rPr lang="en-US" dirty="0" err="1"/>
              <a:t>rujukan</a:t>
            </a:r>
            <a:r>
              <a:rPr lang="en-US" dirty="0"/>
              <a:t> </a:t>
            </a:r>
            <a:r>
              <a:rPr lang="en-US" dirty="0" err="1"/>
              <a:t>fathansyah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Fungsionalitas</a:t>
            </a:r>
            <a:endParaRPr lang="en-US" dirty="0"/>
          </a:p>
          <a:p>
            <a:r>
              <a:rPr lang="en-US" dirty="0" err="1"/>
              <a:t>Optimasi</a:t>
            </a:r>
            <a:r>
              <a:rPr lang="en-US" dirty="0"/>
              <a:t> box-model + flexbox</a:t>
            </a:r>
          </a:p>
          <a:p>
            <a:pPr lvl="1"/>
            <a:r>
              <a:rPr lang="en-US" dirty="0" err="1"/>
              <a:t>portabilitas</a:t>
            </a:r>
            <a:endParaRPr lang="en-US" dirty="0"/>
          </a:p>
          <a:p>
            <a:r>
              <a:rPr lang="en-US" dirty="0" err="1"/>
              <a:t>Optimasi</a:t>
            </a:r>
            <a:r>
              <a:rPr lang="en-US" dirty="0"/>
              <a:t> query </a:t>
            </a:r>
            <a:r>
              <a:rPr lang="en-US" dirty="0" err="1"/>
              <a:t>sql</a:t>
            </a:r>
            <a:r>
              <a:rPr lang="en-US" dirty="0"/>
              <a:t> = N+1 Problem</a:t>
            </a:r>
          </a:p>
          <a:p>
            <a:pPr lvl="1"/>
            <a:r>
              <a:rPr lang="en-US" dirty="0" err="1"/>
              <a:t>Efisiensi</a:t>
            </a:r>
            <a:r>
              <a:rPr lang="en-US" dirty="0"/>
              <a:t> / Performa </a:t>
            </a:r>
            <a:r>
              <a:rPr lang="en-US" dirty="0" err="1"/>
              <a:t>Aplikasi</a:t>
            </a:r>
            <a:endParaRPr lang="en-US" dirty="0"/>
          </a:p>
          <a:p>
            <a:r>
              <a:rPr lang="en-US" dirty="0"/>
              <a:t>Teknik soft delete</a:t>
            </a:r>
          </a:p>
          <a:p>
            <a:endParaRPr lang="en-A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8285C0-D2E9-4F4D-9A16-41075B844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1" y="650130"/>
            <a:ext cx="1832578" cy="75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63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69353-0B9E-469E-849B-C5BC8F958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1" y="365125"/>
            <a:ext cx="11663083" cy="1325563"/>
          </a:xfrm>
        </p:spPr>
        <p:txBody>
          <a:bodyPr/>
          <a:lstStyle/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Hak</a:t>
            </a:r>
            <a:r>
              <a:rPr lang="en-US" dirty="0"/>
              <a:t> </a:t>
            </a:r>
            <a:r>
              <a:rPr lang="en-US" dirty="0" err="1"/>
              <a:t>Akses</a:t>
            </a:r>
            <a:r>
              <a:rPr lang="en-US" dirty="0"/>
              <a:t> </a:t>
            </a:r>
            <a:endParaRPr lang="en-A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8AA32-6805-4B82-85E0-061C2AD60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941" y="1825625"/>
            <a:ext cx="11663083" cy="4667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Administrator</a:t>
            </a:r>
          </a:p>
          <a:p>
            <a:pPr lvl="1"/>
            <a:r>
              <a:rPr lang="en-US" dirty="0"/>
              <a:t>TA Web Development, </a:t>
            </a:r>
            <a:r>
              <a:rPr lang="en-US" dirty="0" err="1"/>
              <a:t>Perwakilan</a:t>
            </a:r>
            <a:r>
              <a:rPr lang="en-US" dirty="0"/>
              <a:t> </a:t>
            </a:r>
            <a:r>
              <a:rPr lang="en-US" dirty="0" err="1"/>
              <a:t>Pemrov</a:t>
            </a:r>
            <a:r>
              <a:rPr lang="en-US" dirty="0"/>
              <a:t> DKI. </a:t>
            </a:r>
          </a:p>
          <a:p>
            <a:endParaRPr lang="en-US" dirty="0"/>
          </a:p>
          <a:p>
            <a:r>
              <a:rPr lang="en-US" dirty="0"/>
              <a:t>Judges</a:t>
            </a:r>
          </a:p>
          <a:p>
            <a:pPr lvl="1"/>
            <a:r>
              <a:rPr lang="en-US" dirty="0"/>
              <a:t>Expert Tata Kota, </a:t>
            </a:r>
            <a:r>
              <a:rPr lang="en-US" dirty="0" err="1"/>
              <a:t>Asisten</a:t>
            </a:r>
            <a:r>
              <a:rPr lang="en-US" dirty="0"/>
              <a:t> Expert, </a:t>
            </a:r>
            <a:r>
              <a:rPr lang="en-US" dirty="0" err="1"/>
              <a:t>Perwakilan</a:t>
            </a:r>
            <a:r>
              <a:rPr lang="en-US" dirty="0"/>
              <a:t> </a:t>
            </a:r>
            <a:r>
              <a:rPr lang="en-US" dirty="0" err="1"/>
              <a:t>Pemrov</a:t>
            </a:r>
            <a:r>
              <a:rPr lang="en-US" dirty="0"/>
              <a:t> DKI, </a:t>
            </a:r>
          </a:p>
          <a:p>
            <a:endParaRPr lang="en-US" dirty="0"/>
          </a:p>
          <a:p>
            <a:r>
              <a:rPr lang="en-US" dirty="0"/>
              <a:t>Participants</a:t>
            </a:r>
          </a:p>
          <a:p>
            <a:pPr lvl="1"/>
            <a:r>
              <a:rPr lang="en-US" dirty="0"/>
              <a:t>Masyarakat </a:t>
            </a:r>
            <a:r>
              <a:rPr lang="en-US" dirty="0" err="1"/>
              <a:t>Umum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Voters</a:t>
            </a:r>
          </a:p>
          <a:p>
            <a:pPr lvl="1"/>
            <a:r>
              <a:rPr lang="en-US" dirty="0"/>
              <a:t>Masyarakat </a:t>
            </a:r>
            <a:r>
              <a:rPr lang="en-US" dirty="0" err="1"/>
              <a:t>Umum</a:t>
            </a:r>
            <a:r>
              <a:rPr lang="en-US" dirty="0"/>
              <a:t>.</a:t>
            </a:r>
            <a:endParaRPr lang="en-A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8285C0-D2E9-4F4D-9A16-41075B844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1" y="650130"/>
            <a:ext cx="1832578" cy="75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94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69353-0B9E-469E-849B-C5BC8F958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1" y="365125"/>
            <a:ext cx="11663083" cy="1325563"/>
          </a:xfrm>
        </p:spPr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Sistem</a:t>
            </a:r>
            <a:endParaRPr lang="en-A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8AA32-6805-4B82-85E0-061C2AD60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941" y="1825625"/>
            <a:ext cx="11663083" cy="4667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Administrator</a:t>
            </a:r>
          </a:p>
          <a:p>
            <a:pPr lvl="1"/>
            <a:r>
              <a:rPr lang="en-US" dirty="0"/>
              <a:t>2 – 3 </a:t>
            </a:r>
            <a:r>
              <a:rPr lang="en-US" dirty="0" err="1"/>
              <a:t>akun</a:t>
            </a:r>
            <a:r>
              <a:rPr lang="en-US" dirty="0"/>
              <a:t> (</a:t>
            </a:r>
            <a:r>
              <a:rPr lang="en-US" dirty="0" err="1"/>
              <a:t>tergantung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Judges</a:t>
            </a:r>
          </a:p>
          <a:p>
            <a:pPr lvl="1"/>
            <a:r>
              <a:rPr lang="en-US" dirty="0"/>
              <a:t>10 orang (</a:t>
            </a:r>
            <a:r>
              <a:rPr lang="en-US" dirty="0" err="1"/>
              <a:t>Asumsi</a:t>
            </a:r>
            <a:r>
              <a:rPr lang="en-US" dirty="0"/>
              <a:t>) </a:t>
            </a:r>
          </a:p>
          <a:p>
            <a:endParaRPr lang="en-US" dirty="0"/>
          </a:p>
          <a:p>
            <a:r>
              <a:rPr lang="en-US" dirty="0"/>
              <a:t>Participants</a:t>
            </a:r>
          </a:p>
          <a:p>
            <a:pPr lvl="1"/>
            <a:r>
              <a:rPr lang="en-US" dirty="0"/>
              <a:t>75 </a:t>
            </a:r>
            <a:r>
              <a:rPr lang="en-US" dirty="0" err="1"/>
              <a:t>tim</a:t>
            </a:r>
            <a:r>
              <a:rPr lang="en-US" dirty="0"/>
              <a:t> (</a:t>
            </a:r>
            <a:r>
              <a:rPr lang="en-US" dirty="0" err="1"/>
              <a:t>Asumsi</a:t>
            </a:r>
            <a:r>
              <a:rPr lang="en-US" dirty="0"/>
              <a:t>).</a:t>
            </a:r>
          </a:p>
          <a:p>
            <a:pPr lvl="1"/>
            <a:endParaRPr lang="en-US" dirty="0"/>
          </a:p>
          <a:p>
            <a:r>
              <a:rPr lang="en-US" dirty="0"/>
              <a:t>Voters</a:t>
            </a:r>
          </a:p>
          <a:p>
            <a:pPr lvl="1"/>
            <a:r>
              <a:rPr lang="en-US" dirty="0"/>
              <a:t>50.000 </a:t>
            </a:r>
            <a:r>
              <a:rPr lang="en-US" dirty="0" err="1"/>
              <a:t>masyarakat</a:t>
            </a:r>
            <a:r>
              <a:rPr lang="en-US" dirty="0"/>
              <a:t> (</a:t>
            </a:r>
            <a:r>
              <a:rPr lang="en-US" dirty="0" err="1"/>
              <a:t>Asumsi</a:t>
            </a:r>
            <a:r>
              <a:rPr lang="en-US" dirty="0"/>
              <a:t>)</a:t>
            </a:r>
            <a:endParaRPr lang="en-AI" dirty="0"/>
          </a:p>
          <a:p>
            <a:endParaRPr lang="en-A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8285C0-D2E9-4F4D-9A16-41075B844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1" y="650130"/>
            <a:ext cx="1832578" cy="75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778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69353-0B9E-469E-849B-C5BC8F958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1" y="365125"/>
            <a:ext cx="11663083" cy="1325563"/>
          </a:xfrm>
        </p:spPr>
        <p:txBody>
          <a:bodyPr/>
          <a:lstStyle/>
          <a:p>
            <a:r>
              <a:rPr lang="en-US" dirty="0" err="1"/>
              <a:t>Desain</a:t>
            </a:r>
            <a:r>
              <a:rPr lang="en-US" dirty="0"/>
              <a:t> Database – </a:t>
            </a:r>
            <a:r>
              <a:rPr lang="en-US" dirty="0" err="1"/>
              <a:t>Asean</a:t>
            </a:r>
            <a:r>
              <a:rPr lang="en-US" dirty="0"/>
              <a:t> HUB 2025</a:t>
            </a:r>
            <a:endParaRPr lang="en-A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8AA32-6805-4B82-85E0-061C2AD60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941" y="1825625"/>
            <a:ext cx="11663083" cy="4667250"/>
          </a:xfrm>
        </p:spPr>
        <p:txBody>
          <a:bodyPr/>
          <a:lstStyle/>
          <a:p>
            <a:endParaRPr lang="en-A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8285C0-D2E9-4F4D-9A16-41075B844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1" y="650130"/>
            <a:ext cx="1832578" cy="75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633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69353-0B9E-469E-849B-C5BC8F958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1" y="365125"/>
            <a:ext cx="11663083" cy="1325563"/>
          </a:xfrm>
        </p:spPr>
        <p:txBody>
          <a:bodyPr/>
          <a:lstStyle/>
          <a:p>
            <a:endParaRPr lang="en-A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8AA32-6805-4B82-85E0-061C2AD60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941" y="1825625"/>
            <a:ext cx="11663083" cy="4667250"/>
          </a:xfrm>
        </p:spPr>
        <p:txBody>
          <a:bodyPr/>
          <a:lstStyle/>
          <a:p>
            <a:endParaRPr lang="en-A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8285C0-D2E9-4F4D-9A16-41075B844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1" y="650130"/>
            <a:ext cx="1832578" cy="75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190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69353-0B9E-469E-849B-C5BC8F958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1" y="365125"/>
            <a:ext cx="11663083" cy="1325563"/>
          </a:xfrm>
        </p:spPr>
        <p:txBody>
          <a:bodyPr/>
          <a:lstStyle/>
          <a:p>
            <a:endParaRPr lang="en-A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8AA32-6805-4B82-85E0-061C2AD60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941" y="1825625"/>
            <a:ext cx="11663083" cy="4667250"/>
          </a:xfrm>
        </p:spPr>
        <p:txBody>
          <a:bodyPr/>
          <a:lstStyle/>
          <a:p>
            <a:endParaRPr lang="en-A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8285C0-D2E9-4F4D-9A16-41075B844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1" y="650130"/>
            <a:ext cx="1832578" cy="75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601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69353-0B9E-469E-849B-C5BC8F958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1" y="365125"/>
            <a:ext cx="11663083" cy="1325563"/>
          </a:xfrm>
        </p:spPr>
        <p:txBody>
          <a:bodyPr/>
          <a:lstStyle/>
          <a:p>
            <a:endParaRPr lang="en-A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8AA32-6805-4B82-85E0-061C2AD60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941" y="1825625"/>
            <a:ext cx="11663083" cy="4667250"/>
          </a:xfrm>
        </p:spPr>
        <p:txBody>
          <a:bodyPr/>
          <a:lstStyle/>
          <a:p>
            <a:endParaRPr lang="en-A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8285C0-D2E9-4F4D-9A16-41075B844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1" y="650130"/>
            <a:ext cx="1832578" cy="75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952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69353-0B9E-469E-849B-C5BC8F958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1" y="365125"/>
            <a:ext cx="11663083" cy="1325563"/>
          </a:xfrm>
        </p:spPr>
        <p:txBody>
          <a:bodyPr/>
          <a:lstStyle/>
          <a:p>
            <a:endParaRPr lang="en-A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8AA32-6805-4B82-85E0-061C2AD60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941" y="1825625"/>
            <a:ext cx="11663083" cy="4667250"/>
          </a:xfrm>
        </p:spPr>
        <p:txBody>
          <a:bodyPr/>
          <a:lstStyle/>
          <a:p>
            <a:endParaRPr lang="en-A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8285C0-D2E9-4F4D-9A16-41075B844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1" y="650130"/>
            <a:ext cx="1832578" cy="75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054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69353-0B9E-469E-849B-C5BC8F958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1" y="365125"/>
            <a:ext cx="11663083" cy="1325563"/>
          </a:xfrm>
        </p:spPr>
        <p:txBody>
          <a:bodyPr/>
          <a:lstStyle/>
          <a:p>
            <a:endParaRPr lang="en-A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8AA32-6805-4B82-85E0-061C2AD60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941" y="1825625"/>
            <a:ext cx="11663083" cy="4667250"/>
          </a:xfrm>
        </p:spPr>
        <p:txBody>
          <a:bodyPr/>
          <a:lstStyle/>
          <a:p>
            <a:endParaRPr lang="en-A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8285C0-D2E9-4F4D-9A16-41075B844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1" y="650130"/>
            <a:ext cx="1832578" cy="75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50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122</Words>
  <Application>Microsoft Office PowerPoint</Application>
  <PresentationFormat>Widescreen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IT Development – Asean HUB Progress on 17 Nov 2025</vt:lpstr>
      <vt:lpstr>Point Plus Sistem</vt:lpstr>
      <vt:lpstr>Implementasi Point Plus Sistem</vt:lpstr>
      <vt:lpstr>Implementasi Hak Akses </vt:lpstr>
      <vt:lpstr>Simulasi Sistem</vt:lpstr>
      <vt:lpstr>Desain Database – Asean HUB 2025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lunox</dc:creator>
  <cp:lastModifiedBy>Aryajaya Alamsyah</cp:lastModifiedBy>
  <cp:revision>146</cp:revision>
  <dcterms:created xsi:type="dcterms:W3CDTF">2025-11-11T18:15:24Z</dcterms:created>
  <dcterms:modified xsi:type="dcterms:W3CDTF">2025-11-16T19:06:59Z</dcterms:modified>
</cp:coreProperties>
</file>